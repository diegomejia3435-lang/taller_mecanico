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ar_8D99A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503920" y="31089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INGENIERÍA DE SISTEMAS E INFORMÁTICA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9659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un Prototipo de Aplicación Web para la Gestión Operativa y Control de Órdenes de Servicio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Mecánico AutoServicios Rápidos S.A.C.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72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Alonso Mejia Huisacayna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Abrahan Emanuel Yucra Illanes
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Jesus Chambi Quispe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172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Arequipa · Perú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ASPECTOS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del Problema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005840" cy="100584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5" name="Image 0" descr="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191795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834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taller que aún opera sobre papel y hojas de cálculo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36118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AutoServicios Rápidos S.A.C. (Arequipa), dedicado al mantenimiento de vehículos livianos, registra sus operaciones de forma manual en papel o Excel.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25831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36208" y="1828800"/>
            <a:ext cx="2180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transparencia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36208" y="2240280"/>
            <a:ext cx="2180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estado del servicio brindado al cliente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46820" y="1691640"/>
            <a:ext cx="25831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047988" y="1828800"/>
            <a:ext cx="2180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Desorganización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047988" y="2240280"/>
            <a:ext cx="2180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priorizar los trabajos pendientes del taller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3337560"/>
            <a:ext cx="25831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36208" y="3474720"/>
            <a:ext cx="2180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Omisiones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236208" y="3886200"/>
            <a:ext cx="2180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tareas solicitadas por los clientes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46820" y="3337560"/>
            <a:ext cx="25831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047988" y="3474720"/>
            <a:ext cx="2180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 de precios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047988" y="3886200"/>
            <a:ext cx="2180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aplicados a un mismo servicio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35040" y="4892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Consecuencias: reclamos, pérdidas de tiempo y falta de control contable.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71600"/>
            <a:ext cx="1371600" cy="137160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3" name="Image 0" descr="icons/bullseye_2B2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680210"/>
            <a:ext cx="754380" cy="75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33375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 prototipo de aplicación web para la gestión operativa del taller AutoServicios Rápidos S.A.C.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4892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Centralizando las órdenes de trabajo y el registro de vehículos.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ASPECTOS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240280"/>
            <a:ext cx="914400" cy="91440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6" name="Image 0" descr="icons/lap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4460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registro físico por una plataforma digital, evitando la pérdida de datos.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240280"/>
            <a:ext cx="914400" cy="91440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11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460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buscador por placa para acceder al historial técnico de forma inmediata.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2440" y="182880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240280"/>
            <a:ext cx="914400" cy="91440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16" name="Image 2" descr="icons/ta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4460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Estandarización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descripciones y precios mediante un catálogo digital de servicios.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DESARROLLO DEL 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6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5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4767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3.5, arquitectura en capas Controller – Service – Repository.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6824" y="173736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96596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11" name="Image 1" descr="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155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6944" y="194767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5424" y="2651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 sobre base de datos MySQL real.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0728" y="173736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96596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16" name="Image 2" descr="icons/lap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059" y="209969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0848" y="194767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Web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9328" y="2651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del lado del servidor con Thymeleaf, integradas con Spring Security.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1148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434340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51" y="44771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25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" y="502920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con autenticación por formulario y contraseñas cifradas (BCrypt).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06824" y="41148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35424" y="434340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26" name="Image 4" descr="icons/filePdf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155" y="447713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66944" y="4325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5424" y="502920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en PDF (OpenPDF) y Excel (Apache POI), además de exportación CSV.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0728" y="41148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343400"/>
            <a:ext cx="594360" cy="594360"/>
          </a:xfrm>
          <a:prstGeom prst="ellipse">
            <a:avLst/>
          </a:prstGeom>
          <a:solidFill>
            <a:srgbClr val="2B2D42"/>
          </a:solidFill>
          <a:ln/>
        </p:spPr>
      </p:sp>
      <p:pic>
        <p:nvPicPr>
          <p:cNvPr id="31" name="Image 5" descr="icons/clipboard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059" y="447713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0848" y="4325112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9328" y="502920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e integración (JUnit) y validaciones de negocio con Bean Validation.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DESARROLLO DEL 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2354580"/>
            <a:ext cx="41148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577840" y="2354580"/>
            <a:ext cx="41148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641080" y="2354580"/>
            <a:ext cx="41148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0" y="2880360"/>
            <a:ext cx="0" cy="109728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41080" y="4503420"/>
            <a:ext cx="41148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351008" y="2880360"/>
            <a:ext cx="0" cy="109728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12" name="Image 0" descr="icons/idCard_2B2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" y="2124837"/>
            <a:ext cx="276606" cy="27660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344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· nombre · contacto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46120" y="18288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01168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17" name="Image 1" descr="icons/car_2B2D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437" y="212483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776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97764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· marca · modelo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8932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26480" y="201168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22" name="Image 2" descr="icons/clipboard_2B2D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637" y="2124837"/>
            <a:ext cx="276606" cy="2766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72084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· fechas · diagnóstico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5256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89720" y="201168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27" name="Image 3" descr="icons/tags_2B2D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877" y="2124837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78408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78408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precio base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989320" y="39776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126480" y="416052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32" name="Image 4" descr="icons/userCog_2B2D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637" y="4273677"/>
            <a:ext cx="276606" cy="27660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720840" y="4069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6720840" y="4526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· mecánico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9052560" y="39776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A3D5C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189720" y="4160520"/>
            <a:ext cx="502920" cy="5029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37" name="Image 5" descr="icons/shield_2B2D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877" y="4273677"/>
            <a:ext cx="276606" cy="27660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7840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78408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MECÁNICO · CLIENTE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clave: un Cliente puede tener varios Vehículos; cada Vehículo genera múltiples Órdenes; cada Orden agrupa uno o más Servicios y queda asignada a un Usuario (mecánico); cada Usuario pertenece a un Rol que define sus permisos.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DESARROLLO DEL 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6" name="Image 0" descr="icons/check_2B2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OPERATIVOS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798064"/>
            <a:ext cx="109728" cy="109728"/>
          </a:xfrm>
          <a:prstGeom prst="ellipse">
            <a:avLst/>
          </a:prstGeom>
          <a:solidFill>
            <a:srgbClr val="EF8354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Clientes, Vehículos, Usuarios/Mecánicos y Órdenes, con persistencia en MySQL.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456432"/>
            <a:ext cx="109728" cy="109728"/>
          </a:xfrm>
          <a:prstGeom prst="ellipse">
            <a:avLst/>
          </a:prstGeom>
          <a:solidFill>
            <a:srgbClr val="EF8354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3284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historial técnico por placa, con acceso diferenciado para cada cliente.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EF8354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9867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digital de servicios con precios estandarizados, asociado a cada orden.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773168"/>
            <a:ext cx="109728" cy="109728"/>
          </a:xfrm>
          <a:prstGeom prst="ellipse">
            <a:avLst/>
          </a:prstGeom>
          <a:solidFill>
            <a:srgbClr val="EF8354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6451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reportes con indicadores: órdenes pendientes, servicios del mes e ingresos totales.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5431536"/>
            <a:ext cx="109728" cy="109728"/>
          </a:xfrm>
          <a:prstGeom prst="ellipse">
            <a:avLst/>
          </a:prstGeom>
          <a:solidFill>
            <a:srgbClr val="EF8354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53035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reportes en PDF, Excel y CSV para clientes, vehículos, órdenes e historial.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20" name="Image 1" descr="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109978"/>
            <a:ext cx="352044" cy="3520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0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/ SIGUIENTES PASOS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537960" y="2843784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27157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enriquecida tipo SPA (aún server-rendered con Thymeleaf, no Angular).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37960" y="3666744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35387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basada en tokens JWT para exponer la API REST fuera del navegador.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4489704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36168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un entorno de nube (actualmente solo en localhost).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5312664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518464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suite de pruebas automatizadas a los demás módulos del sistema.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DESARROLLO DEL 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Roles de Acceso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controla el acceso con inicio de sesión por formulario y contraseñas cifradas con BCrypt. Cada rol habilita un conjunto distinto de módulos.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3A3D5C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880360"/>
            <a:ext cx="914400" cy="91440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7" name="Image 0" descr="icons/userCo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0861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total: gestión de usuarios, clientes, vehículos, mecánicos, órdenes y reportes/exportación.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3A3D5C"/>
          </a:solidFill>
          <a:ln/>
        </p:spPr>
      </p:sp>
      <p:sp>
        <p:nvSpPr>
          <p:cNvPr id="11" name="Shape 8"/>
          <p:cNvSpPr/>
          <p:nvPr/>
        </p:nvSpPr>
        <p:spPr>
          <a:xfrm>
            <a:off x="5646420" y="2880360"/>
            <a:ext cx="914400" cy="91440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12" name="Image 1" descr="icons/wren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0861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MECÁNICO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45262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únicamente las órdenes que tiene asignadas y consulta el historial de sus vehículos.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2440" y="251460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3A3D5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41180" y="2880360"/>
            <a:ext cx="914400" cy="91440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17" name="Image 2" descr="icons/idC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0861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023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5262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solo al historial técnico de sus propios vehículos, identificado por su DNI.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ASPECTOS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188720" cy="118872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5" name="Image 0" descr="icons/bul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82" y="2370582"/>
            <a:ext cx="653796" cy="653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1488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con impacto operativo y académico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33832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4800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 el taller, elimina los errores del registro manual y automatiza el control de los estados de servicio.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26480" y="3383280"/>
            <a:ext cx="5559552" cy="2606040"/>
          </a:xfrm>
          <a:prstGeom prst="roundRect">
            <a:avLst>
              <a:gd name="adj" fmla="val 2807"/>
            </a:avLst>
          </a:prstGeom>
          <a:solidFill>
            <a:srgbClr val="2B2D4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0233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el enfoque técnico TDD y construir una arquitectura de software limpia y escalable.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ASPECTOS GENERALES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005840" cy="1005840"/>
          </a:xfrm>
          <a:prstGeom prst="ellipse">
            <a:avLst/>
          </a:prstGeom>
          <a:solidFill>
            <a:srgbClr val="EF8354"/>
          </a:solidFill>
          <a:ln/>
        </p:spPr>
      </p:sp>
      <p:pic>
        <p:nvPicPr>
          <p:cNvPr id="5" name="Image 0" descr="icons/chart_2B2D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" y="200939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9718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modernos de gestión automotriz emplean arquitecturas web orientadas a servicios (APIs REST).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0" y="169164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3A3D5C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7830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309360" y="2697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los tiempos de atención al digitalizar procesos en talleres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8862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4114800"/>
            <a:ext cx="685800" cy="68580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Image 1" descr="icons/clipboard_EF83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251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411480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la metodología TDD garantiza un código libre de errores lógicos desde las primeras etapas del desarrollo.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· Prototipo Web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ar_8D99A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-731520" y="329184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AutoServicios Rápidos S.A.C. — Sistema web de gestión operativa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Alonso Mejia Huisacayna  ·  Abrahan Emanuel Yucra Illanes  ·  Christian Jesus Chambi Quispe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2026-09-13T17:32:08Z</dcterms:created>
  <dcterms:modified xsi:type="dcterms:W3CDTF">2026-09-13T17:32:08Z</dcterms:modified>
</cp:coreProperties>
</file>